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56370-B59C-49EC-AE39-1D2E1A10594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18C6A-127B-443B-B457-2763D03A1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90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56370-B59C-49EC-AE39-1D2E1A10594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18C6A-127B-443B-B457-2763D03A1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059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56370-B59C-49EC-AE39-1D2E1A10594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18C6A-127B-443B-B457-2763D03A1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1943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56370-B59C-49EC-AE39-1D2E1A10594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18C6A-127B-443B-B457-2763D03A1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00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56370-B59C-49EC-AE39-1D2E1A10594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18C6A-127B-443B-B457-2763D03A1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7374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56370-B59C-49EC-AE39-1D2E1A10594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18C6A-127B-443B-B457-2763D03A1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122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56370-B59C-49EC-AE39-1D2E1A10594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18C6A-127B-443B-B457-2763D03A1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199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56370-B59C-49EC-AE39-1D2E1A10594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18C6A-127B-443B-B457-2763D03A1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919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56370-B59C-49EC-AE39-1D2E1A10594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18C6A-127B-443B-B457-2763D03A1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5532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56370-B59C-49EC-AE39-1D2E1A10594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18C6A-127B-443B-B457-2763D03A1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976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56370-B59C-49EC-AE39-1D2E1A10594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18C6A-127B-443B-B457-2763D03A1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2060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56370-B59C-49EC-AE39-1D2E1A10594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18C6A-127B-443B-B457-2763D03A1B3B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88579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56370-B59C-49EC-AE39-1D2E1A10594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18C6A-127B-443B-B457-2763D03A1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776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56370-B59C-49EC-AE39-1D2E1A10594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18C6A-127B-443B-B457-2763D03A1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7341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56370-B59C-49EC-AE39-1D2E1A10594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18C6A-127B-443B-B457-2763D03A1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2434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56370-B59C-49EC-AE39-1D2E1A10594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18C6A-127B-443B-B457-2763D03A1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9267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56370-B59C-49EC-AE39-1D2E1A10594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18C6A-127B-443B-B457-2763D03A1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7034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D556370-B59C-49EC-AE39-1D2E1A10594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0618C6A-127B-443B-B457-2763D03A1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628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live-meeting-summarizer-application.onrender.com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AFD46-2122-B2C9-95D7-208F766763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900860"/>
            <a:ext cx="8689976" cy="1200150"/>
          </a:xfrm>
        </p:spPr>
        <p:txBody>
          <a:bodyPr/>
          <a:lstStyle/>
          <a:p>
            <a:r>
              <a:rPr lang="en-US" dirty="0"/>
              <a:t>AI LIVE MEETING SUMMARIZER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4EBC73-3BF6-50A6-9AE2-A7A9C1E832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66102" y="3578087"/>
            <a:ext cx="3165545" cy="1371599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PRESENTED BY: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            VENNU ASHRITHA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1028" name="Picture 4" descr="Infosys Springboard | Bangalore">
            <a:extLst>
              <a:ext uri="{FF2B5EF4-FFF2-40B4-BE49-F238E27FC236}">
                <a16:creationId xmlns:a16="http://schemas.microsoft.com/office/drawing/2014/main" id="{5045D94C-8124-FA08-D4F7-DD8133EB41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75" y="0"/>
            <a:ext cx="2143125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3522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F8038-0BB6-868C-8BA0-E186AF778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3C0B0-D851-D45A-2564-795A042B1EA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Manual transcription of meetings is time-consuming and error-prone.</a:t>
            </a:r>
          </a:p>
          <a:p>
            <a:r>
              <a:rPr lang="en-US" dirty="0"/>
              <a:t>Identifying speakers in group meetings is difficult.</a:t>
            </a:r>
          </a:p>
          <a:p>
            <a:r>
              <a:rPr lang="en-US" dirty="0"/>
              <a:t>Summarizing discussions for quick review is tedious.</a:t>
            </a:r>
          </a:p>
          <a:p>
            <a:r>
              <a:rPr lang="en-US" dirty="0"/>
              <a:t>Remote attendees often miss key points and follow-ups.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5450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E752A-4932-9703-E1F5-FF12A04A2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D0190-A243-529C-A74C-F275EFE9E55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Automatic </a:t>
            </a:r>
            <a:r>
              <a:rPr lang="en-US" b="1" dirty="0"/>
              <a:t>audio-to-text transcription</a:t>
            </a:r>
            <a:r>
              <a:rPr lang="en-US" dirty="0"/>
              <a:t> for meeting recordings.</a:t>
            </a:r>
          </a:p>
          <a:p>
            <a:r>
              <a:rPr lang="en-US" b="1" dirty="0"/>
              <a:t>Speaker-wise identification</a:t>
            </a:r>
            <a:r>
              <a:rPr lang="en-US" dirty="0"/>
              <a:t> for clarity in discussions.</a:t>
            </a:r>
          </a:p>
          <a:p>
            <a:r>
              <a:rPr lang="en-US" b="1" dirty="0"/>
              <a:t>Automated summary generation</a:t>
            </a:r>
            <a:r>
              <a:rPr lang="en-US" dirty="0"/>
              <a:t> for quick understanding.</a:t>
            </a:r>
          </a:p>
          <a:p>
            <a:r>
              <a:rPr lang="en-US" b="1" dirty="0"/>
              <a:t>Email and UI integration</a:t>
            </a:r>
            <a:r>
              <a:rPr lang="en-US" dirty="0"/>
              <a:t> for easy access and sharing.</a:t>
            </a:r>
          </a:p>
          <a:p>
            <a:r>
              <a:rPr lang="en-US" dirty="0"/>
              <a:t>Web-based, user-friendly interface for all users.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3272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4518D-8B86-4D6D-855A-FA2279D4A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Tech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85430-427E-96C6-03FA-9B8BC5F15A6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IN" b="1" dirty="0"/>
              <a:t>Backend:</a:t>
            </a:r>
            <a:r>
              <a:rPr lang="en-IN" dirty="0"/>
              <a:t> Python, </a:t>
            </a:r>
            <a:r>
              <a:rPr lang="en-IN" dirty="0" err="1"/>
              <a:t>Streamlit</a:t>
            </a:r>
            <a:endParaRPr lang="en-IN" dirty="0"/>
          </a:p>
          <a:p>
            <a:r>
              <a:rPr lang="en-US" b="1" dirty="0"/>
              <a:t>Models:</a:t>
            </a:r>
            <a:r>
              <a:rPr lang="en-US" dirty="0"/>
              <a:t> OpenAI Whisper (Transcription), GPT-based Summarization</a:t>
            </a:r>
          </a:p>
          <a:p>
            <a:r>
              <a:rPr lang="en-IN" b="1" dirty="0"/>
              <a:t>Frontend:</a:t>
            </a:r>
            <a:r>
              <a:rPr lang="en-IN" dirty="0"/>
              <a:t> </a:t>
            </a:r>
            <a:r>
              <a:rPr lang="en-IN" dirty="0" err="1"/>
              <a:t>Streamlit</a:t>
            </a:r>
            <a:r>
              <a:rPr lang="en-IN" dirty="0"/>
              <a:t> Web App</a:t>
            </a:r>
          </a:p>
          <a:p>
            <a:r>
              <a:rPr lang="en-IN" b="1" dirty="0"/>
              <a:t>Email Integration:</a:t>
            </a:r>
            <a:r>
              <a:rPr lang="en-IN" dirty="0"/>
              <a:t> SMTP / SendGrid</a:t>
            </a:r>
          </a:p>
          <a:p>
            <a:r>
              <a:rPr lang="en-US" b="1" dirty="0"/>
              <a:t>Storage &amp; Files:</a:t>
            </a:r>
            <a:r>
              <a:rPr lang="en-US" dirty="0"/>
              <a:t> Local storage for recordings and outputs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041882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70073-EF1B-FA91-A86F-0E60E71E0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Workflow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24032-3DB7-DB96-EDB1-F9E49ABD0EF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IN" b="1" dirty="0"/>
              <a:t>Audio Input → Speech-to-Text → Speaker Identification → Transcript → Summary → UI / Email Output</a:t>
            </a:r>
          </a:p>
          <a:p>
            <a:endParaRPr lang="en-IN" dirty="0"/>
          </a:p>
          <a:p>
            <a:r>
              <a:rPr lang="en-US" dirty="0"/>
              <a:t>User uploads or records meeting audio</a:t>
            </a:r>
          </a:p>
          <a:p>
            <a:r>
              <a:rPr lang="en-US" dirty="0"/>
              <a:t>System transcribes audio and identifies speakers.</a:t>
            </a:r>
          </a:p>
          <a:p>
            <a:r>
              <a:rPr lang="en-US" dirty="0"/>
              <a:t>Generates a concise summary automatically.</a:t>
            </a:r>
          </a:p>
          <a:p>
            <a:r>
              <a:rPr lang="en-US" dirty="0"/>
              <a:t>Users can view in the UI or receive via email.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3009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42E26-4B6C-B136-B51F-D0D9ADD79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Feasibility &amp; Viability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8A507-E561-EBA8-FA0A-72BB478BBB3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Uses </a:t>
            </a:r>
            <a:r>
              <a:rPr lang="en-US" b="1" dirty="0"/>
              <a:t>pre-trained models</a:t>
            </a:r>
            <a:r>
              <a:rPr lang="en-US" dirty="0"/>
              <a:t>, no heavy training required.</a:t>
            </a:r>
          </a:p>
          <a:p>
            <a:r>
              <a:rPr lang="en-US" dirty="0"/>
              <a:t>Backend is lightweight → can run locally or deploy on free hosting.</a:t>
            </a:r>
          </a:p>
          <a:p>
            <a:r>
              <a:rPr lang="en-US" dirty="0"/>
              <a:t>Scalable for multiple recordings and users.</a:t>
            </a:r>
          </a:p>
          <a:p>
            <a:r>
              <a:rPr lang="en-US" dirty="0"/>
              <a:t>Minimal hardware/software requirements for end-users.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596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D2548-013E-940F-6CD5-A454DBA21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Impact &amp;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FFA09-09BA-B61D-CF62-C68473ECF56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Saves significant time by automating transcription and summaries.</a:t>
            </a:r>
          </a:p>
          <a:p>
            <a:r>
              <a:rPr lang="en-US" dirty="0"/>
              <a:t>Reduces errors compared to manual note-taking.</a:t>
            </a:r>
          </a:p>
          <a:p>
            <a:r>
              <a:rPr lang="en-US" dirty="0"/>
              <a:t>Makes meetings accessible to remote participants.</a:t>
            </a:r>
          </a:p>
          <a:p>
            <a:r>
              <a:rPr lang="en-US" dirty="0"/>
              <a:t>Provides a </a:t>
            </a:r>
            <a:r>
              <a:rPr lang="en-US" b="1" dirty="0"/>
              <a:t>centralized record</a:t>
            </a:r>
            <a:r>
              <a:rPr lang="en-US" dirty="0"/>
              <a:t> of discussions for future reference.’</a:t>
            </a:r>
          </a:p>
          <a:p>
            <a:r>
              <a:rPr lang="en-US" dirty="0"/>
              <a:t>Enables </a:t>
            </a:r>
            <a:r>
              <a:rPr lang="en-US" b="1" dirty="0"/>
              <a:t>quick sharing</a:t>
            </a:r>
            <a:r>
              <a:rPr lang="en-US" dirty="0"/>
              <a:t> via email or downloadable reports.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7350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990AD-FF33-14D6-63B6-E013B1C46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 &amp; Live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B5D27-2083-E1F2-8F54-6807F9891AF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Automated transcription and summarization simplify meeting management.</a:t>
            </a:r>
          </a:p>
          <a:p>
            <a:r>
              <a:rPr lang="en-US" dirty="0"/>
              <a:t>User-friendly UI allows seamless audio upload, transcript viewing, and email sharing.</a:t>
            </a:r>
          </a:p>
          <a:p>
            <a:r>
              <a:rPr lang="en-US" b="1" dirty="0"/>
              <a:t>Live Demo Link: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https://live-meeting-summarizer-application.onrender.com</a:t>
            </a:r>
            <a:endParaRPr lang="en-US" dirty="0"/>
          </a:p>
          <a:p>
            <a:r>
              <a:rPr lang="en-US" b="1" dirty="0"/>
              <a:t>LOCAL HOST LINK: </a:t>
            </a:r>
            <a:r>
              <a:rPr lang="en-IN" dirty="0"/>
              <a:t>http://localhost:8501/</a:t>
            </a:r>
          </a:p>
          <a:p>
            <a:br>
              <a:rPr lang="en-IN" dirty="0"/>
            </a:br>
            <a:endParaRPr lang="en-IN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140977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EAD26-0D90-03FA-4F35-B99CE747A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802" y="2630911"/>
            <a:ext cx="10364451" cy="1596177"/>
          </a:xfrm>
        </p:spPr>
        <p:txBody>
          <a:bodyPr>
            <a:normAutofit fontScale="90000"/>
          </a:bodyPr>
          <a:lstStyle/>
          <a:p>
            <a:r>
              <a:rPr lang="en-US" sz="11500" b="1" dirty="0"/>
              <a:t>THANK YOU</a:t>
            </a:r>
            <a:endParaRPr lang="en-IN" sz="11500" b="1" dirty="0"/>
          </a:p>
        </p:txBody>
      </p:sp>
    </p:spTree>
    <p:extLst>
      <p:ext uri="{BB962C8B-B14F-4D97-AF65-F5344CB8AC3E}">
        <p14:creationId xmlns:p14="http://schemas.microsoft.com/office/powerpoint/2010/main" val="535684924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17</TotalTime>
  <Words>307</Words>
  <Application>Microsoft Office PowerPoint</Application>
  <PresentationFormat>Widescreen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Tw Cen MT</vt:lpstr>
      <vt:lpstr>Droplet</vt:lpstr>
      <vt:lpstr>AI LIVE MEETING SUMMARIZER</vt:lpstr>
      <vt:lpstr>Problem Statement</vt:lpstr>
      <vt:lpstr>Proposed Solution</vt:lpstr>
      <vt:lpstr>Tech Stack</vt:lpstr>
      <vt:lpstr>Workflow Diagram</vt:lpstr>
      <vt:lpstr>Feasibility &amp; Viability</vt:lpstr>
      <vt:lpstr>Impact &amp; Benefits</vt:lpstr>
      <vt:lpstr>Conclusion &amp; Live Link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Ashritha Vennu</dc:creator>
  <cp:lastModifiedBy>Ashritha Vennu</cp:lastModifiedBy>
  <cp:revision>1</cp:revision>
  <dcterms:created xsi:type="dcterms:W3CDTF">2026-04-03T16:57:08Z</dcterms:created>
  <dcterms:modified xsi:type="dcterms:W3CDTF">2026-04-03T17:14:18Z</dcterms:modified>
</cp:coreProperties>
</file>